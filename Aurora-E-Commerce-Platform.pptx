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Noto Serif Medium"/>
      <p:regular r:id="rId17"/>
    </p:embeddedFont>
    <p:embeddedFont>
      <p:font typeface="Noto Serif"/>
      <p:regular r:id="rId18"/>
    </p:embeddedFont>
    <p:embeddedFont>
      <p:font typeface="Noto Serif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89183"/>
            <a:ext cx="81650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Aurora E-Commerce Platform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51590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modern, glassmorphic, and high-performance shopping experience designed for today's digital marketplace. This platform combines cutting-edge visual design with robust engineering to deliver lightning-fast performance and exceptional user satisfaction.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5434"/>
            <a:ext cx="75147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E-Commerce Challenge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78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Current online shopping platforms face critical obstacles that prevent optimal user experiences and business growth.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45894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8224" y="358032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767376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487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Cluttered Interfaces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497800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Overwhelming layouts and poor navigation make product discovery frustrating and time-consuming for shoppers.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345894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51396" y="358032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767376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487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Performance Lags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497800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Slow loading times and inefficient filtering systems create friction during critical purchase moments.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345894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874568" y="358032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767376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487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Limited Scalability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497800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Simple file-based storage struggles with large product catalogs, preventing businesses from growing their inventory.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13172"/>
            <a:ext cx="10066853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Our Solution: Three Pillars of Excellence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376" y="1744385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9376" y="2070854"/>
            <a:ext cx="6345079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5" name="Text 3"/>
          <p:cNvSpPr/>
          <p:nvPr/>
        </p:nvSpPr>
        <p:spPr>
          <a:xfrm>
            <a:off x="719376" y="2219325"/>
            <a:ext cx="3849529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Premium Glassmorphic Design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9376" y="2726650"/>
            <a:ext cx="634507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Cutting-edge UI that combines transparency, depth, and modern aesthetics for a professional shopping experience.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9376" y="3693914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9376" y="4020383"/>
            <a:ext cx="6345079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9" name="Text 7"/>
          <p:cNvSpPr/>
          <p:nvPr/>
        </p:nvSpPr>
        <p:spPr>
          <a:xfrm>
            <a:off x="719376" y="416885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Persistent Database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9376" y="4676180"/>
            <a:ext cx="634507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Indexed SQLite storage replaces temporary JSON files, ensuring speed, reliability, and efficient data management.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9376" y="5643443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9376" y="5969913"/>
            <a:ext cx="6345079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3" name="Text 11"/>
          <p:cNvSpPr/>
          <p:nvPr/>
        </p:nvSpPr>
        <p:spPr>
          <a:xfrm>
            <a:off x="719376" y="6118384"/>
            <a:ext cx="2715935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Modular Architecture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9376" y="6625709"/>
            <a:ext cx="634507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Clean separation between frontend UI and backend logic makes development faster and maintenance easier.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25571" y="1534835"/>
            <a:ext cx="6641068" cy="6081474"/>
          </a:xfrm>
          <a:prstGeom prst="roundRect">
            <a:avLst>
              <a:gd name="adj" fmla="val 2434"/>
            </a:avLst>
          </a:prstGeom>
          <a:solidFill>
            <a:srgbClr val="9C9283"/>
          </a:solidFill>
          <a:ln/>
        </p:spPr>
      </p:sp>
      <p:sp>
        <p:nvSpPr>
          <p:cNvPr id="16" name="Text 14"/>
          <p:cNvSpPr/>
          <p:nvPr/>
        </p:nvSpPr>
        <p:spPr>
          <a:xfrm>
            <a:off x="7631073" y="1721048"/>
            <a:ext cx="3623905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Production-Ready Excellence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31073" y="2228374"/>
            <a:ext cx="6230064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Aurora delivers a complete e-commerce solution that balances stunning visuals with high-performance engineering. Built to grow, easy to maintain, and ready for real-world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8630"/>
            <a:ext cx="10212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Powerful Features That Drive Results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10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Every feature is designed to enhance the shopping experience while providing developers with robust tools.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199090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1990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Dynamic Filtering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3689509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Instant product filtering by category, price range, and ratings gives users precise control over their shopping experience.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199090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31990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Smart Search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07348" y="3689509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High-speed search bar finds products across titles and descriptions using SQL indexing for lightning-fast results.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231844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5231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Persistent Cart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44253" y="5722263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Shopping cart saves user selections even when browser refreshes, ensuring a seamless experience across sessions.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231844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5231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Admin Dashboard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07348" y="5722263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Dedicated control center for managing products, categories, and viewing comprehensive store statistics.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89121"/>
            <a:ext cx="10351889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User Journey: From Discovery to Purchase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993" y="1580198"/>
            <a:ext cx="1010007" cy="1212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6904" y="178212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Discovery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896904" y="2205633"/>
            <a:ext cx="1202650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Home page features promotional banners and featured categories for instant engagement.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93" y="2792254"/>
            <a:ext cx="1010007" cy="12120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96904" y="2994184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Exploration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896904" y="3417689"/>
            <a:ext cx="1202650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Products page offers responsive grid with powerful sidebar for filtering 200+ items instantly.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3" y="4004310"/>
            <a:ext cx="1010007" cy="12120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96904" y="420624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Detail View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896904" y="4629745"/>
            <a:ext cx="1202650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Beautiful product pages showcase high-quality images and complete specifications.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93" y="5216366"/>
            <a:ext cx="1010007" cy="12120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96904" y="541829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Cart Management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896904" y="5841802"/>
            <a:ext cx="1202650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Real-time adjustments to quantities and items with dynamic calculations.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93" y="6428423"/>
            <a:ext cx="1010007" cy="12120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96904" y="663035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Secure Flow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896904" y="7053858"/>
            <a:ext cx="1202650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Complete checkout simulation for end-to-end shopping experience.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50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775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Built with modern, high-performance technologies that ensure reliability and scalability.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22370"/>
            <a:ext cx="30893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Frontend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03514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React 19 for modern UI components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Vite for lightning-fast builds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Tailwind CSS for premium styling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Lucide-React for crisp icons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React-Hot-Toast for notifications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722370"/>
            <a:ext cx="32123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Backend Infrastructure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303514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Node.js with Fastify framework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LibSQL/SQLite for persistent data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RESTful API architecture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Swagger for API documentation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SQL indexing for performance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7837"/>
            <a:ext cx="83771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Architecture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50244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9210" dir="2700000">
              <a:srgbClr val="ccc4b8">
                <a:alpha val="10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1167" y="2444115"/>
            <a:ext cx="318968" cy="318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177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Client Layer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2667476"/>
            <a:ext cx="50712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React frontend with responsive UI components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241953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E6DED2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3370540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9210" dir="2700000">
              <a:srgbClr val="ccc4b8">
                <a:alpha val="10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8089" y="3864412"/>
            <a:ext cx="318968" cy="3189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35973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API Layer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087773"/>
            <a:ext cx="63574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RESTful endpoints with automatic Swagger documentation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4662249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E6DED2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4790837"/>
            <a:ext cx="6521410" cy="1669852"/>
          </a:xfrm>
          <a:prstGeom prst="roundRect">
            <a:avLst>
              <a:gd name="adj" fmla="val 5705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9210" dir="2700000">
              <a:srgbClr val="ccc4b8">
                <a:alpha val="10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5011" y="5466159"/>
            <a:ext cx="318968" cy="3189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017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Layer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5508069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SQLite database with indexed queries and data integrity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71583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platform uses a clean Client-Server architecture where the frontend communicates with the backend through well-documented API routes. The dedicated database module handles complex SQL queries efficiently.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5288"/>
            <a:ext cx="94566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Business Model &amp; Growth Strategy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67695"/>
            <a:ext cx="4196358" cy="2456617"/>
          </a:xfrm>
          <a:prstGeom prst="roundRect">
            <a:avLst>
              <a:gd name="adj" fmla="val 3878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51084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B2C Retail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4215408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Direct-to-consumer e-commerce optimized for high conversion through visual excellence and seamless user experience.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467695"/>
            <a:ext cx="4196358" cy="2456617"/>
          </a:xfrm>
          <a:prstGeom prst="roundRect">
            <a:avLst>
              <a:gd name="adj" fmla="val 3878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74256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SaaS Starter Kit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4215408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Modular codebase can be sold as premium e-commerce foundation for other businesses looking to launch quickly.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467695"/>
            <a:ext cx="4196358" cy="2456617"/>
          </a:xfrm>
          <a:prstGeom prst="roundRect">
            <a:avLst>
              <a:gd name="adj" fmla="val 3878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29210" dir="2700000">
              <a:srgbClr val="e6ded2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97427" y="3724989"/>
            <a:ext cx="30168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Data-Driven Analytics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4215408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Built-in statistics tracking identifies top-selling products and optimizes inventory management for better ROI.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0151"/>
            <a:ext cx="83141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Challenges &amp; Future Roadmap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35906"/>
            <a:ext cx="35472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Challenges Overcome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17050"/>
            <a:ext cx="62447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Database migration from JSON to SQLite with data integrity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Optimizing glassmorphism effects for mobile performance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Dynamic routing for category-specific API endpoints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36168" y="3209092"/>
            <a:ext cx="6571417" cy="2860358"/>
          </a:xfrm>
          <a:prstGeom prst="roundRect">
            <a:avLst>
              <a:gd name="adj" fmla="val 5710"/>
            </a:avLst>
          </a:prstGeom>
          <a:solidFill>
            <a:srgbClr val="6F7F71"/>
          </a:solidFill>
          <a:ln/>
        </p:spPr>
      </p:sp>
      <p:sp>
        <p:nvSpPr>
          <p:cNvPr id="6" name="Text 4"/>
          <p:cNvSpPr/>
          <p:nvPr/>
        </p:nvSpPr>
        <p:spPr>
          <a:xfrm>
            <a:off x="7662982" y="3435906"/>
            <a:ext cx="3037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62982" y="4017050"/>
            <a:ext cx="611778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JWT authentication for secure user profiles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Stripe/PayPal integration for real payments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PWA support for offline browsing capability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0599"/>
            <a:ext cx="130428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Production-Ready Excellence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426958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Aurora E-Commerce is a visually superior solution that balances modern design with high-performance engineering. Built to grow, easy to maintain, and ready for real-world deployment.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36388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200+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455420" y="63956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Products Supported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688609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Handles large catalogs efficiently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35893" y="536388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0.2s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897523" y="63956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Load Time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893" y="688609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Average page response speed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677995" y="536388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339626" y="63956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Modular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77995" y="688609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Separation of concerns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2026-04-15T06:58:34Z</dcterms:created>
  <dcterms:modified xsi:type="dcterms:W3CDTF">2026-04-15T06:58:34Z</dcterms:modified>
</cp:coreProperties>
</file>